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ae0a5c85b224685" /><Relationship Type="http://schemas.openxmlformats.org/officeDocument/2006/relationships/extended-properties" Target="/docProps/app.xml" Id="R71f776d0414b4993" /><Relationship Type="http://schemas.openxmlformats.org/officeDocument/2006/relationships/officeDocument" Target="/ppt/presentation.xml" Id="R9cf3f8656d69451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0d8312919c4f50"/>
  </p:sldMasterIdLst>
  <p:notesMasterIdLst>
    <p:notesMasterId xmlns:r="http://schemas.openxmlformats.org/officeDocument/2006/relationships" r:id="R25187da500ca435a"/>
  </p:notesMasterIdLst>
  <p:sldIdLst>
    <p:sldId xmlns:r="http://schemas.openxmlformats.org/officeDocument/2006/relationships" id="256" r:id="Rec160c2ed0a944ee"/>
    <p:sldId xmlns:r="http://schemas.openxmlformats.org/officeDocument/2006/relationships" id="257" r:id="Rffd267e068d14b67"/>
    <p:sldId xmlns:r="http://schemas.openxmlformats.org/officeDocument/2006/relationships" id="258" r:id="Rdce1ff24fffb49aa"/>
    <p:sldId xmlns:r="http://schemas.openxmlformats.org/officeDocument/2006/relationships" id="259" r:id="Rd7a4e4cfc62a4a31"/>
    <p:sldId xmlns:r="http://schemas.openxmlformats.org/officeDocument/2006/relationships" id="260" r:id="R95790f805223492b"/>
    <p:sldId xmlns:r="http://schemas.openxmlformats.org/officeDocument/2006/relationships" id="261" r:id="Rfcb4af06bfd24fb7"/>
    <p:sldId xmlns:r="http://schemas.openxmlformats.org/officeDocument/2006/relationships" id="262" r:id="R0a756bfa24a241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b86e62e65394ae4" /><Relationship Type="http://schemas.openxmlformats.org/officeDocument/2006/relationships/slideMaster" Target="/ppt/slideMasters/slideMaster1.xml" Id="R6f0d8312919c4f50" /><Relationship Type="http://schemas.openxmlformats.org/officeDocument/2006/relationships/notesMaster" Target="/ppt/notesMasters/notesMaster1.xml" Id="R25187da500ca435a" /><Relationship Type="http://schemas.openxmlformats.org/officeDocument/2006/relationships/presProps" Target="/ppt/presProps.xml" Id="Refb5231ac58b44c5" /><Relationship Type="http://schemas.openxmlformats.org/officeDocument/2006/relationships/tableStyles" Target="/ppt/tableStyles.xml" Id="Re606e3ad8941418f" /><Relationship Type="http://schemas.openxmlformats.org/officeDocument/2006/relationships/slide" Target="/ppt/slides/slide1.xml" Id="Rec160c2ed0a944ee" /><Relationship Type="http://schemas.openxmlformats.org/officeDocument/2006/relationships/slide" Target="/ppt/slides/slide2.xml" Id="Rffd267e068d14b67" /><Relationship Type="http://schemas.openxmlformats.org/officeDocument/2006/relationships/slide" Target="/ppt/slides/slide3.xml" Id="Rdce1ff24fffb49aa" /><Relationship Type="http://schemas.openxmlformats.org/officeDocument/2006/relationships/slide" Target="/ppt/slides/slide4.xml" Id="Rd7a4e4cfc62a4a31" /><Relationship Type="http://schemas.openxmlformats.org/officeDocument/2006/relationships/slide" Target="/ppt/slides/slide5.xml" Id="R95790f805223492b" /><Relationship Type="http://schemas.openxmlformats.org/officeDocument/2006/relationships/slide" Target="/ppt/slides/slide6.xml" Id="Rfcb4af06bfd24fb7" /><Relationship Type="http://schemas.openxmlformats.org/officeDocument/2006/relationships/slide" Target="/ppt/slides/slide7.xml" Id="R0a756bfa24a241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88c8462def4b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LionDApp">
      <a:dk1>
        <a:srgbClr val="000000"/>
      </a:dk1>
      <a:lt1>
        <a:srgbClr val="FFFFFF"/>
      </a:lt1>
      <a:dk2>
        <a:srgbClr val="10201B"/>
      </a:dk2>
      <a:lt2>
        <a:srgbClr val="D6E7DE"/>
      </a:lt2>
      <a:accent1>
        <a:srgbClr val="56D6A4"/>
      </a:accent1>
      <a:accent2>
        <a:srgbClr val="F2C879"/>
      </a:accent2>
      <a:accent3>
        <a:srgbClr val="7CE7E0"/>
      </a:accent3>
      <a:accent4>
        <a:srgbClr val="8064A2"/>
      </a:accent4>
      <a:accent5>
        <a:srgbClr val="4BACC6"/>
      </a:accent5>
      <a:accent6>
        <a:srgbClr val="F79646"/>
      </a:accent6>
      <a:hlink>
        <a:srgbClr val="56D6A4"/>
      </a:hlink>
      <a:folHlink>
        <a:srgbClr val="F2C8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onDAp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8e597680c564db2" /><Relationship Type="http://schemas.openxmlformats.org/officeDocument/2006/relationships/notesMaster" Target="/ppt/notesMasters/notesMaster1.xml" Id="R943d6ef775a548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db785839644d19" /><Relationship Type="http://schemas.openxmlformats.org/officeDocument/2006/relationships/notesMaster" Target="/ppt/notesMasters/notesMaster1.xml" Id="R71280a2ff7a0449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ac4f5631c92439b" /><Relationship Type="http://schemas.openxmlformats.org/officeDocument/2006/relationships/notesMaster" Target="/ppt/notesMasters/notesMaster1.xml" Id="R63f3e5c615c94c9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15f1e0a619646f7" /><Relationship Type="http://schemas.openxmlformats.org/officeDocument/2006/relationships/notesMaster" Target="/ppt/notesMasters/notesMaster1.xml" Id="R8be8e0b7cd774de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4adb876356c47b0" /><Relationship Type="http://schemas.openxmlformats.org/officeDocument/2006/relationships/notesMaster" Target="/ppt/notesMasters/notesMaster1.xml" Id="R5d553dbac01642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625f6b9826e428c" /><Relationship Type="http://schemas.openxmlformats.org/officeDocument/2006/relationships/notesMaster" Target="/ppt/notesMasters/notesMaster1.xml" Id="R002307ec41da4e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aa6a25d8a24364" /><Relationship Type="http://schemas.openxmlformats.org/officeDocument/2006/relationships/notesMaster" Target="/ppt/notesMasters/notesMaster1.xml" Id="R2d7d46afc76c42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c348dfc54e46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b489b284524109" /><Relationship Type="http://schemas.openxmlformats.org/officeDocument/2006/relationships/slideLayout" Target="/ppt/slideLayouts/slideLayout1.xml" Id="R2ba8a3c83afb41e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a8a3c83afb41e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LionDApp">
      <a:dk1>
        <a:srgbClr val="000000"/>
      </a:dk1>
      <a:lt1>
        <a:srgbClr val="FFFFFF"/>
      </a:lt1>
      <a:dk2>
        <a:srgbClr val="10201B"/>
      </a:dk2>
      <a:lt2>
        <a:srgbClr val="D6E7DE"/>
      </a:lt2>
      <a:accent1>
        <a:srgbClr val="56D6A4"/>
      </a:accent1>
      <a:accent2>
        <a:srgbClr val="F2C879"/>
      </a:accent2>
      <a:accent3>
        <a:srgbClr val="7CE7E0"/>
      </a:accent3>
      <a:accent4>
        <a:srgbClr val="8064A2"/>
      </a:accent4>
      <a:accent5>
        <a:srgbClr val="4BACC6"/>
      </a:accent5>
      <a:accent6>
        <a:srgbClr val="F79646"/>
      </a:accent6>
      <a:hlink>
        <a:srgbClr val="56D6A4"/>
      </a:hlink>
      <a:folHlink>
        <a:srgbClr val="F2C8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onDAp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3339be5fe54acb" /><Relationship Type="http://schemas.openxmlformats.org/officeDocument/2006/relationships/notesSlide" Target="/ppt/notesSlides/notesSlide1.xml" Id="Rc7532ec3223b4b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b5b9add1b14f2a" /><Relationship Type="http://schemas.openxmlformats.org/officeDocument/2006/relationships/notesSlide" Target="/ppt/notesSlides/notesSlide2.xml" Id="R6ba70d593bac426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69dc8db46d4b84" /><Relationship Type="http://schemas.openxmlformats.org/officeDocument/2006/relationships/image" Target="/ppt/media/image.png" Id="R097f008474e64e75" /><Relationship Type="http://schemas.openxmlformats.org/officeDocument/2006/relationships/notesSlide" Target="/ppt/notesSlides/notesSlide3.xml" Id="Rd4db2b39cd0e4d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be8d4e5735477f" /><Relationship Type="http://schemas.openxmlformats.org/officeDocument/2006/relationships/image" Target="/ppt/media/image2.png" Id="R59bd8a117a2c4977" /><Relationship Type="http://schemas.openxmlformats.org/officeDocument/2006/relationships/notesSlide" Target="/ppt/notesSlides/notesSlide4.xml" Id="Rd74073a2a700473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0fc893124c41f1" /><Relationship Type="http://schemas.openxmlformats.org/officeDocument/2006/relationships/notesSlide" Target="/ppt/notesSlides/notesSlide5.xml" Id="R1ae40426157c458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ddcbd0b9b04b42" /><Relationship Type="http://schemas.openxmlformats.org/officeDocument/2006/relationships/notesSlide" Target="/ppt/notesSlides/notesSlide6.xml" Id="Rf7e6eed438f042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e21280fd534e81" /><Relationship Type="http://schemas.openxmlformats.org/officeDocument/2006/relationships/notesSlide" Target="/ppt/notesSlides/notesSlide7.xml" Id="R4b1f22e5292a47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291608-061C-4F3B-A652-03A14AF3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3400"/>
            <a:ext cx="10972800" cy="5791200"/>
          </a:xfrm>
          <a:prstGeom xmlns:a="http://schemas.openxmlformats.org/drawingml/2006/main" prst="roundRect">
            <a:avLst>
              <a:gd name="adj" fmla="val 131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4BAAC2-B520-4CB8-B519-3C6C19B0D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43000"/>
            <a:ext cx="571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44"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450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LionDApp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DBCE1F-DEA0-4D5A-8AE8-B92730C0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733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21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A Seeker-native community layer for the Solana dApp ecosystem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C185D-0DD2-4F54-9476-17AE7CBB7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952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Discover needs. Find builders. Explore 1,000+ official Store dApps.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8BE6F-D1CA-45D4-9BF6-22E6D159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Clock In Hackathon 2026  ·  Solo project  ·  Native Android / Kotlin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3C599-12FE-4CE7-9C29-BD7FEBAE4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541020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7907461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5E8A4A-478F-4098-968F-CB66D291E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PROBLEM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3ED176-2903-4592-9A19-19F245797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The missing layer between users and builders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0DD32-DCBC-4491-94A5-3132842D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LIONDAPP  ·  CLOCK IN 2026  ·  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5658B7-B8F5-489A-91B6-F9CCE577A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81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585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Seeker users have ideas, but discovery is fragmented.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24BBF5-3490-4E43-A631-8CAB1C017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9CFDF2-EFDE-4349-9DC2-80D1D769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860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Need signal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EC2CF-D12B-4F63-860D-A747CCAB9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527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Real product needs disappear in chat groups and social feeds.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F1F9D-1CD7-4DD4-9D2E-566F6FBC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02D3AD-5098-496A-A447-6C9CEE5F7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766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Store context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1B9475-B2FE-45EA-98C3-1187E4EB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433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Existing dApps are hard to compare in a community-first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DD5FA4-5AF3-412F-B0D1-9FE9B3DF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9E25D-AA2C-4EC2-BB48-D36B2B27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Builder access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D64FCC-74DC-489A-8E06-90DC6783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339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Builders lack a clear, structured view of what Seeker users want next.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4043F-2B71-4404-943A-65183D445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34340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737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74FDDE-A6D6-4BEC-B957-C81CA87F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669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community demand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FBE9E-FCAA-4EB7-A2C0-DCA126E9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69"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1CCA2-5E4D-4892-8B76-63073533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69570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builder action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637714-5770-4153-AFF4-5758CCA1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26720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A focused, wallet-verified loop</a:t>
            </a:r>
          </a:p>
        </p:txBody>
      </p:sp>
    </p:spTree>
    <p:extLst>
      <p:ext uri="{BB962C8B-B14F-4D97-AF65-F5344CB8AC3E}">
        <p14:creationId xmlns:p14="http://schemas.microsoft.com/office/powerpoint/2010/main" val="12547331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4D3B08-071E-4E3C-9C3D-0CE1F1FD8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PRODUCT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70EF21-703F-4E54-A9EC-5378659B4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One place to discover, request and build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F6660-645B-402B-AD41-BC3C5DB21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LIONDAPP  ·  CLOCK IN 2026  ·  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53F0E4-77BF-4702-94CD-4DC29352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94C7AC-FB1A-4E1C-9227-4DACC0651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383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1  Discover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87D46D-8F36-4B46-82F3-E31B7732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Browse needs, works and an official Solana dApp Store catalog with bilingual detail.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E72825-88AD-4893-B612-11A5FD7C4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67E9CE-7A9E-4F65-916B-8B8EA561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2  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B1048B-9F60-426E-827C-958EC0D1D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6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Publish structured needs or wild ideas with resilient drafts and moderation.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13F9F1-656C-4D12-BE90-0F53B7E0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0399E1-6D88-4860-B2ED-57A0ACF2C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3380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3  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5588F7-26B1-4CAA-A6EF-1CEB7ECA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Open a private conversation with a developer; paid-development labels are optional and never escrowed.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309F5-25F5-469E-97CD-62202E531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672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EB1965-8E27-4E62-A3FE-1A8A86956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81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4  Show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AD52FB-170A-4250-8554-BBF30F5D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Public profiles surface a user’s published needs and developer works.</a:t>
            </a:r>
          </a:p>
        </p:txBody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7f008474e64e75"/>
          <a:stretch xmlns:a="http://schemas.openxmlformats.org/drawingml/2006/main"/>
        </p:blipFill>
        <p:spPr>
          <a:xfrm xmlns:a="http://schemas.openxmlformats.org/drawingml/2006/main">
            <a:off x="7737725" y="1619250"/>
            <a:ext cx="1669551" cy="3714750"/>
          </a:xfrm>
          <a:prstGeom xmlns:a="http://schemas.openxmlformats.org/drawingml/2006/main" prst="roundRect">
            <a:avLst>
              <a:gd name="adj" fmla="val 4103"/>
            </a:avLst>
          </a:prstGeom>
        </p:spPr>
      </p:pic>
    </p:spTree>
    <p:extLst>
      <p:ext uri="{BB962C8B-B14F-4D97-AF65-F5344CB8AC3E}">
        <p14:creationId xmlns:p14="http://schemas.microsoft.com/office/powerpoint/2010/main" val="56213376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4A5DD8-6F46-48AD-A965-D5941DA50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MOBILE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4E5A2A-3763-4D31-A60B-AC2CC0B38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Built for Solana Mobile Seeker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DCE3AA-CB33-4738-9A64-9CA6C942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LIONDAPP  ·  CLOCK IN 2026  ·  04</a:t>
            </a:r>
          </a:p>
        </p:txBody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d8a117a2c4977"/>
          <a:stretch xmlns:a="http://schemas.openxmlformats.org/drawingml/2006/main"/>
        </p:blipFill>
        <p:spPr>
          <a:xfrm xmlns:a="http://schemas.openxmlformats.org/drawingml/2006/main">
            <a:off x="1708614" y="1381125"/>
            <a:ext cx="2012022" cy="4476750"/>
          </a:xfrm>
          <a:prstGeom xmlns:a="http://schemas.openxmlformats.org/drawingml/2006/main" prst="roundRect">
            <a:avLst>
              <a:gd name="adj" fmla="val 3721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3676A-3B8F-4D3E-AE9F-72E06012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619250"/>
            <a:ext cx="552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63B754-0B1E-4DE3-A616-4BCB3097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7335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Seed Vault identity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CB9AE-E94B-4093-BA1C-66CD9C04D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Mobile Wallet Adapter + SIWS, with server-side `.skr` ownership verification.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07CF3-3EA2-412D-91EE-6C4FD0AED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86050"/>
            <a:ext cx="552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8FD9E-BEC0-4D6A-83A3-75A6D87F4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003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Seeker-first UX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D6F4E8-A31A-4994-9B75-52D2141A5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670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Native Kotlin + Jetpack Compose, dark surfaces, large touch targets and offline-safe drafts.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B5959-715B-4664-A0F7-D6E4D284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752850"/>
            <a:ext cx="552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56FE20-4572-4339-AFA5-DDC15B59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8671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Official ecosystem links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A8D252-3682-4AC8-AD37-376359B6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1338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LionDApp links to official Store listings and never hosts APKs or custody assets.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E10D99-171C-47EE-9FE4-142713ABC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819650"/>
            <a:ext cx="5524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11C68-B6A3-4355-9526-3EC7AB9BF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339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Release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CD78A02-C45C-45E5-B2CB-DB4D40EFD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2006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Signed package `top.oneion.liondapp`, version 1.0.0, verified on physical Seeker.</a:t>
            </a:r>
          </a:p>
        </p:txBody>
      </p:sp>
    </p:spTree>
    <p:extLst>
      <p:ext uri="{BB962C8B-B14F-4D97-AF65-F5344CB8AC3E}">
        <p14:creationId xmlns:p14="http://schemas.microsoft.com/office/powerpoint/2010/main" val="185705882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94EF28-982A-48B4-802C-117CE32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SAFETY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957336-E82A-431B-BDE5-5AACA158C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Trust is a product feature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B43ECF-92C7-431B-97CB-4B554DE6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LIONDAPP  ·  CLOCK IN 2026  ·  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69EE54-2E98-4451-A910-D0EC9B9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09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Every public text surface passes server-side policy checks before it is written or approved.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C562CD-7DA5-41B1-828A-4B9F4EE3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D21A91-1E1B-4A38-9EAF-A36478F1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669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Moderation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E0196-7E29-4039-B5CB-C070E71B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33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Rules plus Workers AI screening for needs, works, comments and replies; reports and blocks remain available.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6AEF6-0ADD-4EA4-A6A8-F25CB442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439D6D-4957-439E-8D48-897B36DF5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575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Persistence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2CAF2F-E593-437D-84AD-A0824C506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Cloudflare D1 stores product data; R2 stores approved media; scheduled private snapshots support recovery.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C3EA9C-0883-475D-AFE6-5CC943868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338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E24E8B-E1FF-430C-826B-1EEFB350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481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Boundaries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89BE48-38A4-46E6-80A5-EF56F086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148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No escrow, no user-to-user payments, no APK hosting. Optional project tips stay disabled until owner and eligibility checks pass.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80424-EA9F-4B29-BB52-3A8F3B3BF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095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17372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B03F7F-AC36-484E-9F80-ECA84A3B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43200"/>
            <a:ext cx="285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037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1,441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565E4-4F78-49CC-8911-EC9BD2B8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185"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active Store catalog apps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E751AB-9149-45C3-A27E-68C10517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24300"/>
            <a:ext cx="3143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667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1,440 translated  ·  budget capped locally</a:t>
            </a:r>
          </a:p>
        </p:txBody>
      </p:sp>
    </p:spTree>
    <p:extLst>
      <p:ext uri="{BB962C8B-B14F-4D97-AF65-F5344CB8AC3E}">
        <p14:creationId xmlns:p14="http://schemas.microsoft.com/office/powerpoint/2010/main" val="140513516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C7B0C6-A3C2-4A14-994B-16C7FF8E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3EE282-07BF-41CC-884D-3F2EB1A6A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What is working today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F97998-DC2F-451B-B4B6-B68A1EA53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LIONDAPP  ·  CLOCK IN 2026  ·  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D4F922-7A57-4322-9EC2-FCD84958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F14E57-0B2B-4644-88BA-B84A7D4AB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Production services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0DE55-5264-4B4C-8847-97B36F3A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Website, API and independent admin console are deployed on `1ion.top` hostnames.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06BAC4-82F3-4220-A400-0ECA86EE1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798EDC-FD6D-4026-8FED-4B55745F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Release APK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D34589-374C-458C-A3A4-E5A1280B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APK SHA-256: `9584ee4e…e57d739`; signer fingerprint recorded separately.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98198-38F1-492A-BD89-C46B1D7C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92C7D-7DAA-4080-AD28-B5F6E96F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Verification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D215FB-9B2E-4E32-BEEC-074839FC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86 Node tests + 6 Python tests passed; release APK cold-started on Seeker.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197344-0663-49F8-AAF0-0120B841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63A5A0-D360-4592-AEF0-A248DD5F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Honest status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29E52-4500-4070-A734-8445B80DF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Publisher KYC is owner-confirmed. Store upload, Release NFT and review are still pending portal actions.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FD2736-01AE-4E43-9E24-FD7E3DC7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2862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17372B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2C4E24-AB7E-4617-AF41-9E68CD5D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190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NEXT GATE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76B270-A174-443E-9CB7-0F9C59CE2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705100"/>
            <a:ext cx="323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11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Upload → sign → mint →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C4AF5-6ACB-4B8D-B484-0CDF1C8F8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8100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636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Then attach the final deck, demo, repository and direct APK link to Clock In.</a:t>
            </a:r>
          </a:p>
        </p:txBody>
      </p:sp>
    </p:spTree>
    <p:extLst>
      <p:ext uri="{BB962C8B-B14F-4D97-AF65-F5344CB8AC3E}">
        <p14:creationId xmlns:p14="http://schemas.microsoft.com/office/powerpoint/2010/main" val="5835538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8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72E5F9-F6D9-4C48-848E-A96D65D7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ROADMAP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94E10-3D8A-43D9-A216-3616C099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"/>
            <a:ext cx="1066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F4F8F5"/>
                </a:solidFill>
                <a:latin typeface="Helvetica Neue"/>
                <a:ea typeface="Helvetica Neue"/>
                <a:cs typeface="Helvetica Neue"/>
              </a:rPr>
              <a:t>The next release loop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F29636-2C19-4F5B-A68E-8B23768D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LIONDAPP  ·  CLOCK IN 2026  ·  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891E96-7490-4F5F-B978-BCE17C29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76FF2C-37AD-4D8D-91A7-3F5CB7BB0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192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Now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2F069B-5A4D-4BBE-94EE-CBBC8D83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859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Finish evidence capture, resolve the last catalog translation retry, and publish a clean public repository.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28A7A-D686-4504-B6BD-C6C95EC4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1223C6-96F9-4BE2-B944-6F0ED3DC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Submit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C8EF6-9E53-410F-BC01-9D5DC7EF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Upload the signed APK and metadata to Solana dApp Store; owner completes wallet signatures and fees.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2B6C29-B77D-49D3-8B5E-9362CC563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B5B00-79A3-48A7-834A-73D87DFD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528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Demo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2C37EA-FAFD-4381-966E-CC0AA641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95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Record a three-minute Seeker walkthrough: discover → request → chat → official Store catalog.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2F837-C94A-4351-B8CD-CA7E976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05350"/>
            <a:ext cx="4953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0201B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C489C1-ECE1-4213-9674-A1E8A73E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158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F2C879"/>
                </a:solidFill>
                <a:latin typeface="Helvetica Neue"/>
                <a:ea typeface="Helvetica Neue"/>
                <a:cs typeface="Helvetica Neue"/>
              </a:rPr>
              <a:t>Scale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18B299-645E-4415-BD42-829BD4505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863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28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Use feedback to improve discovery ranking, translation quality and builder conversion.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1127BD-AB0E-4675-90A7-61BFD0B6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76450"/>
            <a:ext cx="4095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177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56D6A4"/>
                </a:solidFill>
                <a:latin typeface="Helvetica Neue"/>
                <a:ea typeface="Helvetica Neue"/>
                <a:cs typeface="Helvetica Neue"/>
              </a:rPr>
              <a:t>LionDApp turns community intent into an actionable signal for the Solana Mobile ecosystem.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BA8B99-BFC1-4D49-A09E-9544022B8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00050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B9CBC2"/>
                </a:solidFill>
                <a:latin typeface="Helvetica Neue"/>
                <a:ea typeface="Helvetica Neue"/>
                <a:cs typeface="Helvetica Neue"/>
              </a:rPr>
              <a:t>Repository, APK and demo links will be inserted after owner authentication and upload.</a:t>
            </a:r>
          </a:p>
        </p:txBody>
      </p:sp>
    </p:spTree>
    <p:extLst>
      <p:ext uri="{BB962C8B-B14F-4D97-AF65-F5344CB8AC3E}">
        <p14:creationId xmlns:p14="http://schemas.microsoft.com/office/powerpoint/2010/main" val="1181293422"/>
      </p:ext>
    </p:extLst>
  </p:cSld>
</p:sld>
</file>

<file path=ppt/theme/theme1.xml><?xml version="1.0" encoding="utf-8"?>
<a:theme xmlns:a="http://schemas.openxmlformats.org/drawingml/2006/main" name="ChatGPT">
  <a:themeElements>
    <a:clrScheme name="LionDApp">
      <a:dk1>
        <a:srgbClr val="000000"/>
      </a:dk1>
      <a:lt1>
        <a:srgbClr val="FFFFFF"/>
      </a:lt1>
      <a:dk2>
        <a:srgbClr val="10201B"/>
      </a:dk2>
      <a:lt2>
        <a:srgbClr val="D6E7DE"/>
      </a:lt2>
      <a:accent1>
        <a:srgbClr val="56D6A4"/>
      </a:accent1>
      <a:accent2>
        <a:srgbClr val="F2C879"/>
      </a:accent2>
      <a:accent3>
        <a:srgbClr val="7CE7E0"/>
      </a:accent3>
      <a:accent4>
        <a:srgbClr val="8064A2"/>
      </a:accent4>
      <a:accent5>
        <a:srgbClr val="4BACC6"/>
      </a:accent5>
      <a:accent6>
        <a:srgbClr val="F79646"/>
      </a:accent6>
      <a:hlink>
        <a:srgbClr val="56D6A4"/>
      </a:hlink>
      <a:folHlink>
        <a:srgbClr val="F2C879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LionDApp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2026-09-28T07:51:40.7480000Z</dcterms:created>
  <dcterms:modified xsi:type="dcterms:W3CDTF">2026-09-28T07:51:40.7480000Z</dcterms:modified>
</coreProperties>
</file>