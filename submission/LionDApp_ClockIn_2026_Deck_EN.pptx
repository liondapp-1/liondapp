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4cd87a57ca4dd7" /><Relationship Type="http://schemas.openxmlformats.org/officeDocument/2006/relationships/extended-properties" Target="/docProps/app.xml" Id="Rab9ae767212948aa" /><Relationship Type="http://schemas.openxmlformats.org/officeDocument/2006/relationships/officeDocument" Target="/ppt/presentation.xml" Id="R56499eca96464c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130fc7442a48b0"/>
  </p:sldMasterIdLst>
  <p:notesMasterIdLst>
    <p:notesMasterId xmlns:r="http://schemas.openxmlformats.org/officeDocument/2006/relationships" r:id="R698d41d9e20c4b9d"/>
  </p:notesMasterIdLst>
  <p:sldIdLst>
    <p:sldId xmlns:r="http://schemas.openxmlformats.org/officeDocument/2006/relationships" id="256" r:id="Rfa81a37c35394974"/>
    <p:sldId xmlns:r="http://schemas.openxmlformats.org/officeDocument/2006/relationships" id="257" r:id="Rd59f1a8cca9940b7"/>
    <p:sldId xmlns:r="http://schemas.openxmlformats.org/officeDocument/2006/relationships" id="258" r:id="R0caad1a12f9a4632"/>
    <p:sldId xmlns:r="http://schemas.openxmlformats.org/officeDocument/2006/relationships" id="259" r:id="R9ad2e8199257488e"/>
    <p:sldId xmlns:r="http://schemas.openxmlformats.org/officeDocument/2006/relationships" id="260" r:id="Rdbb83f7d7edc4582"/>
    <p:sldId xmlns:r="http://schemas.openxmlformats.org/officeDocument/2006/relationships" id="261" r:id="Reb9d2034db4c464e"/>
    <p:sldId xmlns:r="http://schemas.openxmlformats.org/officeDocument/2006/relationships" id="262" r:id="Re31edb2b4589475d"/>
    <p:sldId xmlns:r="http://schemas.openxmlformats.org/officeDocument/2006/relationships" id="263" r:id="R42d1169c8610496b"/>
    <p:sldId xmlns:r="http://schemas.openxmlformats.org/officeDocument/2006/relationships" id="264" r:id="R3d7985d87ae14d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5ce149e8514869" /><Relationship Type="http://schemas.openxmlformats.org/officeDocument/2006/relationships/slideMaster" Target="/ppt/slideMasters/slideMaster1.xml" Id="R1b130fc7442a48b0" /><Relationship Type="http://schemas.openxmlformats.org/officeDocument/2006/relationships/notesMaster" Target="/ppt/notesMasters/notesMaster1.xml" Id="R698d41d9e20c4b9d" /><Relationship Type="http://schemas.openxmlformats.org/officeDocument/2006/relationships/presProps" Target="/ppt/presProps.xml" Id="R13a9d69622ec4996" /><Relationship Type="http://schemas.openxmlformats.org/officeDocument/2006/relationships/tableStyles" Target="/ppt/tableStyles.xml" Id="R29ef23545865420d" /><Relationship Type="http://schemas.openxmlformats.org/officeDocument/2006/relationships/slide" Target="/ppt/slides/slide1.xml" Id="Rfa81a37c35394974" /><Relationship Type="http://schemas.openxmlformats.org/officeDocument/2006/relationships/slide" Target="/ppt/slides/slide2.xml" Id="Rd59f1a8cca9940b7" /><Relationship Type="http://schemas.openxmlformats.org/officeDocument/2006/relationships/slide" Target="/ppt/slides/slide3.xml" Id="R0caad1a12f9a4632" /><Relationship Type="http://schemas.openxmlformats.org/officeDocument/2006/relationships/slide" Target="/ppt/slides/slide4.xml" Id="R9ad2e8199257488e" /><Relationship Type="http://schemas.openxmlformats.org/officeDocument/2006/relationships/slide" Target="/ppt/slides/slide5.xml" Id="Rdbb83f7d7edc4582" /><Relationship Type="http://schemas.openxmlformats.org/officeDocument/2006/relationships/slide" Target="/ppt/slides/slide6.xml" Id="Reb9d2034db4c464e" /><Relationship Type="http://schemas.openxmlformats.org/officeDocument/2006/relationships/slide" Target="/ppt/slides/slide7.xml" Id="Re31edb2b4589475d" /><Relationship Type="http://schemas.openxmlformats.org/officeDocument/2006/relationships/slide" Target="/ppt/slides/slide8.xml" Id="R42d1169c8610496b" /><Relationship Type="http://schemas.openxmlformats.org/officeDocument/2006/relationships/slide" Target="/ppt/slides/slide9.xml" Id="R3d7985d87ae14d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42b31bd17c42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72829cbe6a42ad" /><Relationship Type="http://schemas.openxmlformats.org/officeDocument/2006/relationships/notesMaster" Target="/ppt/notesMasters/notesMaster1.xml" Id="R1db44f7eafe24d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0435b62af94096" /><Relationship Type="http://schemas.openxmlformats.org/officeDocument/2006/relationships/notesMaster" Target="/ppt/notesMasters/notesMaster1.xml" Id="R41f939bfc6da41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e64b2482964a2d" /><Relationship Type="http://schemas.openxmlformats.org/officeDocument/2006/relationships/notesMaster" Target="/ppt/notesMasters/notesMaster1.xml" Id="Rc5844c104c764f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5f935e3e9e4a7d" /><Relationship Type="http://schemas.openxmlformats.org/officeDocument/2006/relationships/notesMaster" Target="/ppt/notesMasters/notesMaster1.xml" Id="Rabd29908d9c74e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a5cdfd389942c0" /><Relationship Type="http://schemas.openxmlformats.org/officeDocument/2006/relationships/notesMaster" Target="/ppt/notesMasters/notesMaster1.xml" Id="Rcadf92e1613642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6c4d6ee0eb412c" /><Relationship Type="http://schemas.openxmlformats.org/officeDocument/2006/relationships/notesMaster" Target="/ppt/notesMasters/notesMaster1.xml" Id="Rf87ad118cda24d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fbabcf44c64529" /><Relationship Type="http://schemas.openxmlformats.org/officeDocument/2006/relationships/notesMaster" Target="/ppt/notesMasters/notesMaster1.xml" Id="R1076aeb8ba3547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359b6bb0f347a4" /><Relationship Type="http://schemas.openxmlformats.org/officeDocument/2006/relationships/notesMaster" Target="/ppt/notesMasters/notesMaster1.xml" Id="Raeda02e561af4b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6ca23d01424932" /><Relationship Type="http://schemas.openxmlformats.org/officeDocument/2006/relationships/notesMaster" Target="/ppt/notesMasters/notesMaster1.xml" Id="Rdbcdc19c2f5d4a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product and release: 1.2.1 / versionCode 4. Independent project. Website https://liondapp.1ion.top/. Product evidence: README.md and docs/project-status.md.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product hypothesis and problem framing, not validated market statistics. No traction or customer interview counts are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captured on Seeker 1.2.1. Rating and review count are Solana dApp Store catalog data, not LionDApp reviews. App detail is Lionance as an example. No user adoption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prior two-account free acceptance test, replayed read-only on release 1.2.1. Mutating lifecycle verified on 1.2.0; focused upgrade/history verified on 1.2.1. This is not organic traction. Tests in tests/testing-user-journeys.test.mjs and Android QA instrumentation.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apps/mobile wallet/auth integration, apps/api/src/auth.ts, moderation.ts. Public sign-in network and deployment/payment state documented in docs/security.md. Chinese is interface accessibility support, not automatic translation of community posts.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submission/release-1.2.1.json and submission/source-verification.json. Current code-snapshot tests rerun 6 Oct. APK SHA256 f5781a084fbc55d6b28682afd6500048664ee5ec58ed71a0561e93e790892cf3. 1.2.1 fixes cache/session history issues. Another-wallet switching remains untested.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integer amount/fee model in campaigns.ts and Anchor source. 10% is an additional creator fee, not taken from the stated net tester reward. Local runtime tests do not validate live chain funding. No real SKR custody/payment is live. X engagement tasks are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validation plan, no fabricated targets/results. User plans distribution through Store/hackathon and possible official seasonal activity. No recommendation or sponsorship has been confirmed.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long-term vision and development commitment, not a claim that network effects or product-market fit are already achieved. Demo: 142-second actual release capture with English narration/captions. Public repository https://github.com/LionDApp-1/liondapp.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48f277bcc84e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15804d18014cb1" /><Relationship Type="http://schemas.openxmlformats.org/officeDocument/2006/relationships/slideLayout" Target="/ppt/slideLayouts/slideLayout1.xml" Id="R399fffcc587e4e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9fffcc587e4e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34ae6d237478b" /><Relationship Type="http://schemas.openxmlformats.org/officeDocument/2006/relationships/image" Target="/ppt/media/image.png" Id="R3d7e8e6e4b274298" /><Relationship Type="http://schemas.openxmlformats.org/officeDocument/2006/relationships/notesSlide" Target="/ppt/notesSlides/notesSlide1.xml" Id="R7f4d39f2d7b34a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e15e2638fa48d5" /><Relationship Type="http://schemas.openxmlformats.org/officeDocument/2006/relationships/notesSlide" Target="/ppt/notesSlides/notesSlide2.xml" Id="Rdfbbe306c43a4f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935f527ce4444" /><Relationship Type="http://schemas.openxmlformats.org/officeDocument/2006/relationships/image" Target="/ppt/media/image2.png" Id="R14f7a1aa6ac5426c" /><Relationship Type="http://schemas.openxmlformats.org/officeDocument/2006/relationships/notesSlide" Target="/ppt/notesSlides/notesSlide3.xml" Id="Raee8af654e6741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4a1e929cd54fc3" /><Relationship Type="http://schemas.openxmlformats.org/officeDocument/2006/relationships/image" Target="/ppt/media/image3.png" Id="R3b8f3ab69ba243f6" /><Relationship Type="http://schemas.openxmlformats.org/officeDocument/2006/relationships/notesSlide" Target="/ppt/notesSlides/notesSlide4.xml" Id="R8737dbe28b5f46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3d0c8155b467e" /><Relationship Type="http://schemas.openxmlformats.org/officeDocument/2006/relationships/notesSlide" Target="/ppt/notesSlides/notesSlide5.xml" Id="Re6462ba3f8134d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b2bff5a604aee" /><Relationship Type="http://schemas.openxmlformats.org/officeDocument/2006/relationships/notesSlide" Target="/ppt/notesSlides/notesSlide6.xml" Id="R5e58b15e29c143f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a61dad0d147ef" /><Relationship Type="http://schemas.openxmlformats.org/officeDocument/2006/relationships/notesSlide" Target="/ppt/notesSlides/notesSlide7.xml" Id="R7fc5d7aece524e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c7fb7eac14a19" /><Relationship Type="http://schemas.openxmlformats.org/officeDocument/2006/relationships/notesSlide" Target="/ppt/notesSlides/notesSlide8.xml" Id="R901ac31fcc4547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1c954f8d5409a" /><Relationship Type="http://schemas.openxmlformats.org/officeDocument/2006/relationships/notesSlide" Target="/ppt/notesSlides/notesSlide9.xml" Id="R7cec717ecf3b45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D26EF-6D10-4104-89AE-257E65CC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LionDApp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1BAF4-7427-4795-8407-F805291C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81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46172A-E46A-4482-9ECB-6DCE3CF7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76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Real experience. Better dApps.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180BD6-2925-43BE-8359-91FBA93D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A feedback and testing community built for Solana Seeker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FA7C90-DD3B-43A0-9926-73454F09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Discover useful apps. Share honest experience. Help builders improve.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88D06-C246-4466-B841-E69D327D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Clock In Hackathon 2026 · Native Android · Solo project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e8e6e4b274298"/>
          <a:stretch xmlns:a="http://schemas.openxmlformats.org/drawingml/2006/main"/>
        </p:blipFill>
        <p:spPr>
          <a:xfrm xmlns:a="http://schemas.openxmlformats.org/drawingml/2006/main">
            <a:off x="9191625" y="2571750"/>
            <a:ext cx="2286000" cy="2286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3610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1C053D-4AD2-4C00-A89B-2FD203AF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LionDApp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94C161-1504-4F79-AD37-676DD390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81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B84C6C-6AA2-4F87-93D2-ED74E294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76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The feedback gap between users and builders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6CA497-876F-462A-AB2F-0C989275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504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94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653D4-067E-450F-A59F-4FA86896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For Seeker users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4F200D-4F5F-425F-8C4F-12027E56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5048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An app listing helps discovery. It leaves little space for a detailed issue, a practical suggestion or a conversation that continues.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3CF14A-D83C-4919-8C70-F8BCCF16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05125"/>
            <a:ext cx="504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94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F377C6-D205-4D8A-939A-03C4E2E4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5625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For dApp builders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E51F4-7811-4E62-AE18-4E218E99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71925"/>
            <a:ext cx="5048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Testing needs clear steps, a specific version and a report that can be reviewed. Generic praise does not explain what to improve.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B3E229-57F2-4CAC-B1ED-4B83DA95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Our product hypothesis: a repeatable feedback loop helps both sides.</a:t>
            </a:r>
          </a:p>
        </p:txBody>
      </p:sp>
    </p:spTree>
    <p:extLst>
      <p:ext uri="{BB962C8B-B14F-4D97-AF65-F5344CB8AC3E}">
        <p14:creationId xmlns:p14="http://schemas.microsoft.com/office/powerpoint/2010/main" val="8557568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BB28D-D91C-463B-B1D1-108A799C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LionDApp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394E70-8CE6-493A-BA3F-DBBBC433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81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883B2-4D95-45B7-9806-F9D69E2D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76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Discovery leads into app-specific feedback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F4E73-0241-492B-971D-5B16E0DA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Search the Store catalog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1619F-8401-4A19-B8E0-02E464BF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6810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Catalog details remain separate from community opinions.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A2851D-4661-4492-8D88-A5C0F7DB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Share issues, suggestions or praise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76EE9C-0CCD-46C9-AA96-A08CED4E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Comments and replies have a dedicated space. Users can follow a conversation and see author-reported outcomes.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f7a1aa6ac5426c"/>
          <a:stretch xmlns:a="http://schemas.openxmlformats.org/drawingml/2006/main"/>
        </p:blipFill>
        <p:spPr>
          <a:xfrm xmlns:a="http://schemas.openxmlformats.org/drawingml/2006/main">
            <a:off x="9063733" y="2152650"/>
            <a:ext cx="1875034" cy="4171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0809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FAABAA-6DB1-4BD3-82CD-68381268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LionDApp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CB9AE6-58EF-403B-946F-63B92A9E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81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90887F-8B12-4877-878F-FBB05D4C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76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Free testing has a reviewable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3D536-39DC-4967-A688-A8FB8517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7905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Rules, reservation, report and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238143-3BAC-4F4E-8EC1-05B84AB9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94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E3444-F2B2-42BF-A4EF-9ABBB872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714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Clear requirements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6A7DA-1545-495E-BC6E-E87271C1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3714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App version, steps, capacity, deadline and report requirements are explicit.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437310-B800-48F6-95B9-7A8CE741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629025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94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C74FCB-2CF4-43F5-BA99-CB3236E0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819525"/>
            <a:ext cx="3714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Report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69E708-0B8F-4BC3-B3CA-E5B635F8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695825"/>
            <a:ext cx="3714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Separate reports, one correction and an appeal path. A negative finding can qualify.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8f3ab69ba243f6"/>
          <a:stretch xmlns:a="http://schemas.openxmlformats.org/drawingml/2006/main"/>
        </p:blipFill>
        <p:spPr>
          <a:xfrm xmlns:a="http://schemas.openxmlformats.org/drawingml/2006/main">
            <a:off x="9120669" y="2276475"/>
            <a:ext cx="1913562" cy="425767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DE6E09-A11B-4C55-ACDB-C08A75AA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Existing free QA example · no reward or payout</a:t>
            </a:r>
          </a:p>
        </p:txBody>
      </p:sp>
    </p:spTree>
    <p:extLst>
      <p:ext uri="{BB962C8B-B14F-4D97-AF65-F5344CB8AC3E}">
        <p14:creationId xmlns:p14="http://schemas.microsoft.com/office/powerpoint/2010/main" val="6201864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41145F-8C2E-4959-A73D-54BB7914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LionDApp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00E5D9-8AD6-4BA3-94F1-3F6A082E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81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F06CA6-1DB9-4DAB-B0BC-95A833E0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76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Seeker identity with clear trust boundaries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207B29-DDF0-484A-8F8B-F67AADD6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04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94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6A6812-9AF0-4C4F-9BA3-73A11CB0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Native Solana Mobile participation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430ABA-B4E1-453E-997B-A9D4B0C1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5048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Kotlin + Jetpack Compose. MWA and wallet signatures authenticate users. Server-side .skr ownership verification gates participation.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1ADE62-F722-422E-927B-6239C28A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809875"/>
            <a:ext cx="504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94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9C8BD-0A4A-407F-943F-50003A2E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00375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Accessible conversations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A0C5E-6DDD-4E61-9198-91EFA44E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76675"/>
            <a:ext cx="5048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Open browsing, reports, blocking and moderation. English defaults. Chinese reduces interface barriers. Posts retain their original language.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C83FF8-EB4B-40E3-9C81-F9BED83A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Account ownership does not certify an official dApp representative.</a:t>
            </a:r>
          </a:p>
        </p:txBody>
      </p:sp>
    </p:spTree>
    <p:extLst>
      <p:ext uri="{BB962C8B-B14F-4D97-AF65-F5344CB8AC3E}">
        <p14:creationId xmlns:p14="http://schemas.microsoft.com/office/powerpoint/2010/main" val="6107546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27223-7CD5-4436-B636-83DFB9D1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LionDApp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9130F-9259-4B95-9735-23E0980B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81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46B0A1-775C-4311-8EED-E9A3C221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76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Implementation and release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C296C-6EBC-4BE9-A4A8-5285F017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504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94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42EF42-4E69-488D-A775-EEA123E9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Delivered and checked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119A7-E509-4BB3-A94C-72E5748D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5048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Native client, Worker API, D1/R2, operator console and public website. Two-account free workflow checked on physical Seeker.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04D210-278F-4BDD-8142-ACEF2330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86050"/>
            <a:ext cx="504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94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3990C7-D5A6-4AE8-A2F8-EDBC593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876550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Release 1.2.1 / code 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6CD8F-2B2A-4BD0-845F-5F60BA11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52850"/>
            <a:ext cx="5048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Original certificate. Finalized Release NFT. Public APK hash verified. Solana dApp Store status: In Review.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A45EC0-BA14-41A9-893D-1025D51C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76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Public snapshot checks: 122 Node tests · 8 Python tests · API/site type checks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4F806F-609E-4E3E-9640-CDA76B94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No Store approval, paid revenue or organic adoption is claimed.</a:t>
            </a:r>
          </a:p>
        </p:txBody>
      </p:sp>
    </p:spTree>
    <p:extLst>
      <p:ext uri="{BB962C8B-B14F-4D97-AF65-F5344CB8AC3E}">
        <p14:creationId xmlns:p14="http://schemas.microsoft.com/office/powerpoint/2010/main" val="8271645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26C6A-2E01-476E-8F47-E1D74872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LionDApp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5315A-C1E8-4413-AA8C-163E3030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81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AE839-48B4-4672-8FA2-B210A62D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76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Planned creator-funded SKR testing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8EA020-9268-495E-B5CC-FAEFE210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695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Deposit before recruitment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E86693-A315-487E-9745-74C07831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7620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Full tester rewards + a separate 10% creator-paid platform fee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3330DD-85E0-4E54-BF8A-247A8A4B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771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Approved reports settle against the published rules. Unused balance is returned under the planned lifecycle.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4973FB-ED0E-4599-A85E-FD39A412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48000"/>
            <a:ext cx="2143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NOT LIVE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11C2D5-C939-4DAC-8DF0-558B1689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10025"/>
            <a:ext cx="238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Funding and payouts remain disabled.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81F65E-9359-4A7C-84D8-B7B542DD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Escrow source compiles and passes 13 isolated account/CPI cases. Deployment and wallet integration are pending.</a:t>
            </a:r>
          </a:p>
        </p:txBody>
      </p:sp>
    </p:spTree>
    <p:extLst>
      <p:ext uri="{BB962C8B-B14F-4D97-AF65-F5344CB8AC3E}">
        <p14:creationId xmlns:p14="http://schemas.microsoft.com/office/powerpoint/2010/main" val="15615980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D1C0D-B474-43AE-B08A-FB5FB6EC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LionDApp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808DC-2A3C-48F6-8F3F-C6571590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81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DA33E9-758C-4166-B1DB-C5957206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76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Community and repeat 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ED5FA-F5F6-415B-85DB-7D28326A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504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94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8FF58B-1A24-424A-819A-C83664D1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Reach an initial community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7B664-E5C1-41D8-9830-82071E93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5048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Recruit dApp builders and Seeker owners around a specific version and concrete test. Store distribution can help reach them.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162DAC-409E-4FA6-9891-5B2F9CFE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04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94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43ED9-3CFB-4B63-BD39-AF093DC7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Measure useful outcomes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546F48-52F1-4BC9-B1CA-30DFEE55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00475"/>
            <a:ext cx="5048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Track substantive reports, review time, disputes and return use after incentives end. Improve the product from those findings.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F49272-7626-4C0E-9C48-D8F48179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Store featuring or seasonal rewards are possible channels, not confirmed partnerships or evidence of demand.</a:t>
            </a:r>
          </a:p>
        </p:txBody>
      </p:sp>
    </p:spTree>
    <p:extLst>
      <p:ext uri="{BB962C8B-B14F-4D97-AF65-F5344CB8AC3E}">
        <p14:creationId xmlns:p14="http://schemas.microsoft.com/office/powerpoint/2010/main" val="3691811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57EA27-9D88-4152-801F-9EE4AA77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LionDApp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C6B64A-1F06-40EE-B78D-F01FD288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3810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86CAE-6D48-4125-909E-14E41624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76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A shared feedback layer for the dApp ecosystem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EDF11-962A-4FE6-97AB-7DD10406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00794F"/>
                </a:solidFill>
                <a:latin typeface="Helvetica Neue"/>
                <a:ea typeface="Helvetica Neue"/>
                <a:cs typeface="Helvetica Neue"/>
              </a:rPr>
              <a:t>Listen. Test. Improve. Release. Repeat.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E1A33-1AA0-4BB2-A856-7F270DE6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001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0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Better service for users. Stronger products for builders. A healthier Solana dApp Store over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A1E462-6F70-4599-A0D5-5DA0DCC6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72A25"/>
                </a:solidFill>
                <a:latin typeface="Helvetica Neue"/>
                <a:ea typeface="Helvetica Neue"/>
                <a:cs typeface="Helvetica Neue"/>
              </a:rPr>
              <a:t>https://liondapp.1ion.top</a:t>
            </a:r>
          </a:p>
        </p:txBody>
      </p:sp>
    </p:spTree>
    <p:extLst>
      <p:ext uri="{BB962C8B-B14F-4D97-AF65-F5344CB8AC3E}">
        <p14:creationId xmlns:p14="http://schemas.microsoft.com/office/powerpoint/2010/main" val="15133867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2026-10-06T11:29:38.7240000Z</dcterms:created>
  <dcterms:modified xsi:type="dcterms:W3CDTF">2026-10-06T11:29:38.7240000Z</dcterms:modified>
</coreProperties>
</file>